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出典：公明新聞（2025年12月22日、25日付）。年末の紙面は組織の引き締めと成果の可視化に重点。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出典：衆議院 議事録（2025年3月14日、28日）。機関紙は党のアイデンティティ形成の核心。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公明新聞の今週１週間の気になる話題をまとめてに関する解説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AI Summarizer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今週の公明新聞：地域組織の「基礎体力」測定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・大阪・高石支部：「有権者比1%」を達成（46,827人中484部購読）</a:t>
            </a:r>
          </a:p>
          <a:p>
            <a:r>
              <a:t>・仙台・宮城野支部：支部会に96人参加、替え歌などで結束強化</a:t>
            </a:r>
          </a:p>
          <a:p>
            <a:r>
              <a:t>・宇都宮：企業経営者による購読事例を紹介（支持層拡大のアピール）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国会論戦に見る「公明新聞」の2つの顔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・財政面：「事実上赤字で利益になっていない」との指摘も（3/14 福島委員）</a:t>
            </a:r>
          </a:p>
          <a:p>
            <a:r>
              <a:t>・記録面：1993年の記事を引用し、政治改革の「一貫性」を証明（3/28 中川委員）</a:t>
            </a:r>
          </a:p>
          <a:p>
            <a:r>
              <a:t>・結論：単なる広報紙ではなく、組織維持装置兼アーカイブとしての機能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