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こども家庭庁が試算を公表。会社員、公務員などが加入する被用者保険での負担額が具体化しました。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「説明不十分」との報道が多数。医療保険という既存の仕組みを使うことで、事実上の増税感が強まっています。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単なる徴収だけでなく、高校生扶養控除や所得制限撤廃など、パッケージとしての政策評価が問われます。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子育て支援に関する解説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2026年4月開始「子育て支援金」の全貌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・徴収方法：医療保険料に上乗せして徴収</a:t>
            </a:r>
          </a:p>
          <a:p>
            <a:r>
              <a:t>・負担額試算：年収600万円で月575円、800万円で月767円程度</a:t>
            </a:r>
          </a:p>
          <a:p>
            <a:r>
              <a:t>・規模：2026年度の総額は約6000億円の見通し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批判殺到？「独身税」と呼ばれる理由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・批判の核心：子育て世帯以外も負担するため「不公平」との声</a:t>
            </a:r>
          </a:p>
          <a:p>
            <a:r>
              <a:t>・政府のロジック：「全世代型社会保障」として社会全体で支える</a:t>
            </a:r>
          </a:p>
          <a:p>
            <a:r>
              <a:t>・懸念点：「実質負担増なし」の説明と、実際の給与天引きの乖離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今後の焦点：政治はどう動くか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・与党の対応：公明党などが「扶養控除維持」で負担感を緩和へ</a:t>
            </a:r>
          </a:p>
          <a:p>
            <a:r>
              <a:t>・高市政権の課題：賃上げが負担増を上回れるか（経済再生との両立）</a:t>
            </a:r>
          </a:p>
          <a:p>
            <a:r>
              <a:t>・選挙への影響：来春の実施開始後の世論反応が政局を左右する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